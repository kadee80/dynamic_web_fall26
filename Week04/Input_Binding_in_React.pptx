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Dropdown was the first component where state had two homes: isOpen inside it, the selected value in the page. Today is about the second one - the pattern is called a controlled component, and it is how every form input in React works for the rest of the semester.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room: if the value is sitting in the DOM, how would the page filter a list as they type? They would have to reach into the DOM and read it - that is jQuery, not React. One source of truth is the whole argument.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it left to right with a volunteer picking Green in the dropdown. Nothing moves on screen until state changes - the click alone does nothing. That is why a controlled input with no onChange appears frozen.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symmetry: value is the down arrow, onChange is the up arrow. A native input is the identical shape - value plus onChange - which is why once they have this, every form field this semester is the same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reset case is the one that convinces people. Ask how they would clear an uncontrolled input: you would have to reach into the DOM. With state it is setValue(null) and the UI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pointing back at the five questions from the Accordion class. Input binding is not a new rule, it is the same where-does-state-live question with a name. Homework adds Escape-to-close, which is the same shape again: the Modal reports, the page decides.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63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04  ·  THE DROPDOWN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4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binding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260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B9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our Dropdown takes value and onChange instead of just remembering the answer itself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539496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63A2FF"/>
          </a:solidFill>
          <a:ln w="12700">
            <a:solidFill>
              <a:srgbClr val="63A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5394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06040" y="539496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5FD9AE"/>
          </a:solidFill>
          <a:ln w="12700">
            <a:solidFill>
              <a:srgbClr val="5FD9A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06040" y="5394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down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539496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0C36D"/>
          </a:solidFill>
          <a:ln w="12700">
            <a:solidFill>
              <a:srgbClr val="F0C36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5394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up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browser already keeps its own copy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into a plain &lt;input&gt; and the value lives in the DOM. Your component has no idea it changed, so it cannot filter, validate, reset or even read it without going and asking.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1663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1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Uncontrolled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9260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type="text" /&gt;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7033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 holds the text. React renders the box once and looks away.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55080" y="2286000"/>
            <a:ext cx="51663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75120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7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9260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value={term}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onChange={handleChange} /&gt;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37033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holds the text. The box only ever shows what state says.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98348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E7EEFE"/>
          </a:solidFill>
          <a:ln w="12700">
            <a:solidFill>
              <a:srgbClr val="C8D8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498348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copies of the same fact is a bug waiting to happen. Pick one, and make it state.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Binding is a loop with four stops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965960"/>
            <a:ext cx="2514600" cy="1874520"/>
          </a:xfrm>
          <a:prstGeom prst="roundRect">
            <a:avLst>
              <a:gd name="adj" fmla="val 4878"/>
            </a:avLst>
          </a:prstGeom>
          <a:solidFill>
            <a:srgbClr val="F1F5FF"/>
          </a:solidFill>
          <a:ln w="12700">
            <a:solidFill>
              <a:srgbClr val="C8D8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6112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96112" y="2487168"/>
            <a:ext cx="2002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holds it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3063240"/>
            <a:ext cx="2002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 in the parent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91256" y="2761488"/>
            <a:ext cx="256032" cy="274320"/>
          </a:xfrm>
          <a:prstGeom prst="rightArrow">
            <a:avLst/>
          </a:prstGeom>
          <a:solidFill>
            <a:srgbClr val="8FA3C4"/>
          </a:solidFill>
          <a:ln w="12700">
            <a:solidFill>
              <a:srgbClr val="8FA3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0" y="1965960"/>
            <a:ext cx="2514600" cy="1874520"/>
          </a:xfrm>
          <a:prstGeom prst="roundRect">
            <a:avLst>
              <a:gd name="adj" fmla="val 4878"/>
            </a:avLst>
          </a:prstGeom>
          <a:solidFill>
            <a:srgbClr val="F1F5FF"/>
          </a:solidFill>
          <a:ln w="12700">
            <a:solidFill>
              <a:srgbClr val="C8D8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30752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730752" y="2487168"/>
            <a:ext cx="2002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show it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730752" y="3063240"/>
            <a:ext cx="2002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goes down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25896" y="2761488"/>
            <a:ext cx="256032" cy="274320"/>
          </a:xfrm>
          <a:prstGeom prst="rightArrow">
            <a:avLst/>
          </a:prstGeom>
          <a:solidFill>
            <a:srgbClr val="8FA3C4"/>
          </a:solidFill>
          <a:ln w="12700">
            <a:solidFill>
              <a:srgbClr val="8FA3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965960"/>
            <a:ext cx="2514600" cy="1874520"/>
          </a:xfrm>
          <a:prstGeom prst="roundRect">
            <a:avLst>
              <a:gd name="adj" fmla="val 4878"/>
            </a:avLst>
          </a:prstGeom>
          <a:solidFill>
            <a:srgbClr val="EEFAF5"/>
          </a:solidFill>
          <a:ln w="12700">
            <a:solidFill>
              <a:srgbClr val="B7E6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65392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7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65392" y="2487168"/>
            <a:ext cx="2002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565392" y="3063240"/>
            <a:ext cx="2002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click, or a keystroke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860536" y="2761488"/>
            <a:ext cx="256032" cy="274320"/>
          </a:xfrm>
          <a:prstGeom prst="rightArrow">
            <a:avLst/>
          </a:prstGeom>
          <a:solidFill>
            <a:srgbClr val="8FA3C4"/>
          </a:solidFill>
          <a:ln w="12700">
            <a:solidFill>
              <a:srgbClr val="8FA3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0" y="1965960"/>
            <a:ext cx="2514600" cy="1874520"/>
          </a:xfrm>
          <a:prstGeom prst="roundRect">
            <a:avLst>
              <a:gd name="adj" fmla="val 4878"/>
            </a:avLst>
          </a:prstGeom>
          <a:solidFill>
            <a:srgbClr val="EEFAF5"/>
          </a:solidFill>
          <a:ln w="12700">
            <a:solidFill>
              <a:srgbClr val="B7E6D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400032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7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400032" y="2487168"/>
            <a:ext cx="2002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sets it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9400032" y="3063240"/>
            <a:ext cx="2002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onChange calls back up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297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changes state, which starts step 1 again — so what you see on screen is always what state says. The component in the middle never decides anything; it displays and it reports.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goes down as props  ·  events come back up as function calls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Dropdown, both halves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166360" cy="3611880"/>
          </a:xfrm>
          <a:prstGeom prst="roundRect">
            <a:avLst>
              <a:gd name="adj" fmla="val 2532"/>
            </a:avLst>
          </a:prstGeom>
          <a:solidFill>
            <a:srgbClr val="1B2333"/>
          </a:solidFill>
          <a:ln w="12700">
            <a:solidFill>
              <a:srgbClr val="2E3A5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3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DropdownPage — owns it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14884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C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[value, setValue] =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C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useState(null)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C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handleChange = (option) =&gt; {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C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setValue(option)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C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C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&lt;Dropdown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C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options={OPTIONS}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C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value={value}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C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onChange={handleChange} /&gt;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355080" y="1463040"/>
            <a:ext cx="5166360" cy="3611880"/>
          </a:xfrm>
          <a:prstGeom prst="roundRect">
            <a:avLst>
              <a:gd name="adj" fmla="val 2532"/>
            </a:avLst>
          </a:prstGeom>
          <a:solidFill>
            <a:srgbClr val="1B2333"/>
          </a:solidFill>
          <a:ln w="12700">
            <a:solidFill>
              <a:srgbClr val="2E3A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FD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— displays and reports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14884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C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{options, value,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C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onChange} = props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C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handleOptionClick = (option) =&gt; {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C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setIsOpen(false)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C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onChange(option)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C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C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{value ? value.label : 'Select...'}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349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9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useState for the selection inside Dropdown. It reads value to know what to show, and calls onChange to say what the user did.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owning the value buys the page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502152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828800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 list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32688" y="228600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F6F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DATA.filter(s =&gt;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F6F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s.team === value.value)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3063240"/>
            <a:ext cx="2916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roster on our page reacts because the page, not the Dropdown, knows the answer.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07992" y="1600200"/>
            <a:ext cx="3502152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828800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anything else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228600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F6F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COLOR_MAP[value?.value]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3063240"/>
            <a:ext cx="2916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selection colours the heading, sets a chart, hides a section — all from one variable.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375904" y="1600200"/>
            <a:ext cx="3502152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68512" y="1828800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it from outside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668512" y="228600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F6F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setValue(null)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668512" y="3063240"/>
            <a:ext cx="2916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Reset button, a saved draft, a value from an API — the box follows state wherever it comes from.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502920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EEFAF5"/>
          </a:solidFill>
          <a:ln w="12700">
            <a:solidFill>
              <a:srgbClr val="B7E6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50292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trade next class: the Modal does not own modalOpen either — the page does, because the button and the modal both need it.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things to remember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166360" cy="1691640"/>
          </a:xfrm>
          <a:prstGeom prst="roundRect">
            <a:avLst>
              <a:gd name="adj" fmla="val 5405"/>
            </a:avLst>
          </a:prstGeom>
          <a:solidFill>
            <a:srgbClr val="F7F8FA"/>
          </a:solidFill>
          <a:ln w="12700">
            <a:solidFill>
              <a:srgbClr val="DCE1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7099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come as a pair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32688" y="216712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value with no onChange is a box nobody can change. React warns you in the console.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355080" y="1508760"/>
            <a:ext cx="5166360" cy="1691640"/>
          </a:xfrm>
          <a:prstGeom prst="roundRect">
            <a:avLst>
              <a:gd name="adj" fmla="val 5405"/>
            </a:avLst>
          </a:prstGeom>
          <a:solidFill>
            <a:srgbClr val="F7F8FA"/>
          </a:solidFill>
          <a:ln w="12700">
            <a:solidFill>
              <a:srgbClr val="DCE1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47688" y="17099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hands back an object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647688" y="216712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Dropdown calls onChange(option) — the whole {label, value}. You decide what your component reports.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429000"/>
            <a:ext cx="5166360" cy="1691640"/>
          </a:xfrm>
          <a:prstGeom prst="roundRect">
            <a:avLst>
              <a:gd name="adj" fmla="val 5405"/>
            </a:avLst>
          </a:prstGeom>
          <a:solidFill>
            <a:srgbClr val="F7F8FA"/>
          </a:solidFill>
          <a:ln w="12700">
            <a:solidFill>
              <a:srgbClr val="DCE1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36301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real inputs, read the event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932688" y="41148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F6F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onChange={(e) =&gt;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F6F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setTerm(e.target.value)}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3429000"/>
            <a:ext cx="5166360" cy="1691640"/>
          </a:xfrm>
          <a:prstGeom prst="roundRect">
            <a:avLst>
              <a:gd name="adj" fmla="val 5405"/>
            </a:avLst>
          </a:prstGeom>
          <a:solidFill>
            <a:srgbClr val="F7F8FA"/>
          </a:solidFill>
          <a:ln w="12700">
            <a:solidFill>
              <a:srgbClr val="DCE1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47688" y="36301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it at a real value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647688" y="408736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useState(null) for us, useState('') for text — never undefined, or the input starts uncontrolled and switches later.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to ask every time: </a:t>
            </a:r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else needs to know this? That answers where the state lives, and the rest is just value down, onChange up.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217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DM-UY 3193  ·  Dynamic Web Applications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Input Binding in React</dc:title>
  <dc:subject>PptxGenJS Presentation</dc:subject>
  <dc:creator>Kathryn Adee</dc:creator>
  <cp:lastModifiedBy>Kathryn Adee</cp:lastModifiedBy>
  <cp:revision>1</cp:revision>
  <dcterms:created xsi:type="dcterms:W3CDTF">2026-09-24T11:35:45Z</dcterms:created>
  <dcterms:modified xsi:type="dcterms:W3CDTF">2026-09-24T11:35:45Z</dcterms:modified>
</cp:coreProperties>
</file>